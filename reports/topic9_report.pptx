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Topic 9: Data Analytics Using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Pariss Youngblood</a:t>
            </a:r>
          </a:p>
          <a:p>
            <a:r>
              <a:t>Course: [Course Name]</a:t>
            </a:r>
          </a:p>
          <a:p>
            <a:r>
              <a:t>Instructor: [Instructor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Installation &amp;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Installed with: pip install pandas matplotlib python-pptx</a:t>
            </a:r>
          </a:p>
          <a:p>
            <a:r>
              <a:t>Python: 3.9.6</a:t>
            </a:r>
          </a:p>
          <a:p>
            <a:r>
              <a:t>pandas: 2.3.3</a:t>
            </a:r>
          </a:p>
          <a:p>
            <a:r>
              <a:t>Matplotlib: 3.9.4</a:t>
            </a:r>
          </a:p>
          <a:p>
            <a:r>
              <a:t>Add a screenshot of these version numbers from your terminal.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Analysis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9,994 rows x 21 columns</a:t>
            </a:r>
          </a:p>
          <a:p>
            <a:r>
              <a:t>Total Sales: $2,297,200.86</a:t>
            </a:r>
          </a:p>
          <a:p>
            <a:r>
              <a:t>Average Profit: $28.66</a:t>
            </a:r>
          </a:p>
          <a:p>
            <a:r>
              <a:t>Missing values: 0</a:t>
            </a:r>
          </a:p>
          <a:p>
            <a:r>
              <a:t>Add a screenshot of this analysis from your terminal.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 Sales by Region</a:t>
            </a:r>
          </a:p>
        </p:txBody>
      </p:sp>
      <p:pic>
        <p:nvPicPr>
          <p:cNvPr id="3" name="Picture 2" descr="sales_by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545" y="1371600"/>
            <a:ext cx="5776909" cy="4297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/>
            </a:pPr>
            <a:r>
              <a:t>West leads with $725,457.82 in sales.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gained from analyzing the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concentrate by region: West is the top market at $725,457.82.</a:t>
            </a:r>
          </a:p>
          <a:p>
            <a:r>
              <a:t>Across 9,994 orders, average Profit was only $28.66 per order.</a:t>
            </a:r>
          </a:p>
          <a:p>
            <a:r>
              <a:t>High sales volume does not guarantee strong margins, hinting that discounting pressures profit.</a:t>
            </a:r>
          </a:p>
          <a:p>
            <a:r>
              <a:t>The dataset is clean, so the metrics are reliable as-is.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visualizations enhance data-driven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Charts reveal patterns and outliers far faster than raw tables.</a:t>
            </a:r>
          </a:p>
          <a:p>
            <a:r>
              <a:t>Ranking regions side by side shows where to focus spend.</a:t>
            </a:r>
          </a:p>
          <a:p>
            <a:r>
              <a:t>Visuals communicate findings to non-technical stakeholders in seconds.</a:t>
            </a:r>
          </a:p>
          <a:p>
            <a:r>
              <a:t>They expose trends that drive forecasting and resource allocation.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analysis to explore further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Trend sales and profit over time to spot seasonality.</a:t>
            </a:r>
          </a:p>
          <a:p>
            <a:r>
              <a:t>Break Profit down by Category and Sub-Category to find loss-making lines.</a:t>
            </a:r>
          </a:p>
          <a:p>
            <a:r>
              <a:t>Correlate Discount with Profit to measure margin erosion.</a:t>
            </a:r>
          </a:p>
          <a:p>
            <a:r>
              <a:t>Rank top customers and map sales by State for geographic insight.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